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 (Propane)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344.2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 (Isobutane)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358.9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system power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혼합 LNG surrogate의 유효 엔탈피 변화는 온도에 따라 크게 달라진다.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5 km 조건은 하이브리드 운전으로는 성립하지만 supplemental warm-up이 필요하다.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유압/상태 해는 유지된다.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하이브리드 편도 성립거리는 약 103.8 km이고, 기본 LNG duty 기준 최대 성립거리는 약 0.0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하이브리드 성립이지만 기본 LNG duty는 불성립이다.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하이브리드만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공급온도를 210 K까지 높이면 35 km 기본 LNG duty 조건을 회복할 수 있다.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그 과정에서 우선 유체가 R-717 (Ammonia)로 바뀌고 펌프동력은 크게 증가한다.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무보조 점이 나와도 현실성 필터를 통과하는 해는 아직 없다.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거리 회복은 가능하지만 공짜는 아니다.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하이브리드만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핵심 전동부하는 외부 루프 22.2 kW와 IDC 2차 루프 123.7 kW를 합한 145.9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열원이 남는다면 현재 시나리오 중 최선은 Waste-heat recovery loop이며 총 시스템 동력은 195.4 kW다.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26280"/>
            <a:ext cx="1097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17720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37176"/>
            <a:ext cx="841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193792"/>
            <a:ext cx="841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core LNG system power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35,386.6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3,717.4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16,224.7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66.32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십억원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core-system NPV는 -42.85 십억원으로, 장거리 외부 배관 CAPEX가 매우 크게 작용한다.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열원까지 포함한 재무 최선 시나리오는 Ambient-air trim heater이며 NPV는 -44.93 십억원이다.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core-system CAPEX와 단순 O&amp;M/금융비용까지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v2는 혼합 LNG surrogate와 IDC 2차 루프 등가 유압모델까지 포함한다.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Transport proxy를 바꾸면 기화기 면적이 0.00%~91.87% 흔들린다.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35 km는 하이브리드 성립이지만 기본 LNG duty는 부족하다.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유체 변경(R-600a 방향)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펌프동력 증가 수용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완전 불가가 아니라 하이브리드 해석과 기본 LNG duty 해석을 분리해 읽어야 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2차 루프는 보수적 네트워크에서 펌프동력이 154.8 kW까지 증가할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supplemental warm-up을 포함한 하이브리드 운전 기준으로 LNG 냉열 기반 IDC 냉각 개념이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core-system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하이브리드 운전에서는 성립하지만 기본 LNG duty 경계에서는 불성립한다.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프로젝트의 진짜 메시지는 ‘가능/불가능의 경계’를 물리적으로 분해해냈다는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하이브리드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하이브리드 성립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2026-03-22T09:08:50Z</dcterms:created>
  <dcterms:modified xsi:type="dcterms:W3CDTF">2026-03-22T09:08:50Z</dcterms:modified>
</cp:coreProperties>
</file>