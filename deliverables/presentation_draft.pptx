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LNG Cold-Energy Based IDC Cooling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Thermal System Design Project Reconstructed with Reproducible Python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Project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centers require large and continuous cooling power.</a:t>
            </a:r>
          </a:p>
          <a:p>
            <a:pPr>
              <a:defRPr sz="2200"/>
            </a:pPr>
            <a:r>
              <a:t>LNG regasification releases large amounts of usable cold energy.</a:t>
            </a:r>
          </a:p>
          <a:p>
            <a:pPr>
              <a:defRPr sz="2200"/>
            </a:pPr>
            <a:r>
              <a:t>The project evaluates whether that cold energy can displace a conventional vapor-compression load.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126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SRC-001, SRC-009, SRC-011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Load and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Modeled IDC cooling load: 13,476.0 kW</a:t>
            </a:r>
          </a:p>
          <a:p>
            <a:pPr>
              <a:defRPr sz="2000"/>
            </a:pPr>
            <a:r>
              <a:t>Theoretical minimum power: 1,215.8 kW</a:t>
            </a:r>
          </a:p>
          <a:p>
            <a:pPr>
              <a:defRPr sz="2000"/>
            </a:pPr>
            <a:r>
              <a:t>Reference R-134a compressor power: 4,185.4 kW</a:t>
            </a:r>
          </a:p>
        </p:txBody>
      </p:sp>
      <p:pic>
        <p:nvPicPr>
          <p:cNvPr id="4" name="Picture 3" descr="load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33666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SRC-001, ASM-001 to ASM-011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Benchmark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The baseline system is modeled as a simple R-134a vapor-compression cycle.</a:t>
            </a:r>
          </a:p>
          <a:p>
            <a:pPr>
              <a:defRPr sz="2000"/>
            </a:pPr>
            <a:r>
              <a:t>This reference is used to quantify power savings from the LNG concept.</a:t>
            </a:r>
          </a:p>
          <a:p>
            <a:pPr>
              <a:defRPr sz="2000"/>
            </a:pPr>
            <a:r>
              <a:t>The benchmark remains above the theoretical minimum, as expected.</a:t>
            </a:r>
          </a:p>
        </p:txBody>
      </p:sp>
      <p:pic>
        <p:nvPicPr>
          <p:cNvPr id="4" name="Picture 3" descr="baseline_cycle_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5290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SRC-001, SRC-004, SRC-005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Coolant Screening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Selected coolant: R-717 (Ammonia)</a:t>
            </a:r>
          </a:p>
          <a:p>
            <a:pPr>
              <a:defRPr sz="2000"/>
            </a:pPr>
            <a:r>
              <a:t>Ammonia gives the lowest loop pumping demand among feasible base-case options.</a:t>
            </a:r>
          </a:p>
          <a:p>
            <a:pPr>
              <a:defRPr sz="2000"/>
            </a:pPr>
            <a:r>
              <a:t>Propane and isobutane remain viable fallback candidates.</a:t>
            </a:r>
          </a:p>
        </p:txBody>
      </p:sp>
      <p:pic>
        <p:nvPicPr>
          <p:cNvPr id="4" name="Picture 3" descr="fluid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SRC-003, SRC-008, ASM-017 to ASM-019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LNG Vaporizer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Segmented enthalpy-based shell-and-tube design was used instead of a single constant-cp approximation.</a:t>
            </a:r>
          </a:p>
          <a:p>
            <a:pPr>
              <a:defRPr sz="2000"/>
            </a:pPr>
            <a:r>
              <a:t>Selected geometry: 500 tubes x 14 m</a:t>
            </a:r>
          </a:p>
          <a:p>
            <a:pPr>
              <a:defRPr sz="2000"/>
            </a:pPr>
            <a:r>
              <a:t>Minimum pinch maintained at 10 K</a:t>
            </a:r>
          </a:p>
        </p:txBody>
      </p:sp>
      <p:pic>
        <p:nvPicPr>
          <p:cNvPr id="4" name="Picture 3" descr="hx_temperatur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SRC-001, SRC-006, SRC-007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Design and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Base-case loop pump power: 13.1 kW</a:t>
            </a:r>
          </a:p>
          <a:p>
            <a:pPr>
              <a:defRPr sz="2000"/>
            </a:pPr>
            <a:r>
              <a:t>Estimated maximum feasible one-way distance: 29.6 km</a:t>
            </a:r>
          </a:p>
          <a:p>
            <a:pPr>
              <a:defRPr sz="2000"/>
            </a:pPr>
            <a:r>
              <a:t>The 35 km case is not feasible at the base design point.</a:t>
            </a:r>
          </a:p>
        </p:txBody>
      </p:sp>
      <p:pic>
        <p:nvPicPr>
          <p:cNvPr id="4" name="Picture 3" descr="pipeline_distan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SRC-001, ASM-014 to ASM-016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Temperature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Best pump-power point: -53.1 C</a:t>
            </a:r>
          </a:p>
          <a:p>
            <a:pPr>
              <a:defRPr sz="2000"/>
            </a:pPr>
            <a:r>
              <a:t>Best fluid at that point: R-717 (Ammonia)</a:t>
            </a:r>
          </a:p>
          <a:p>
            <a:pPr>
              <a:defRPr sz="2000"/>
            </a:pPr>
            <a:r>
              <a:t>Warmer supply levels can extend feasible transport distance at the cost of larger pumping demand.</a:t>
            </a:r>
          </a:p>
        </p:txBody>
      </p:sp>
      <p:pic>
        <p:nvPicPr>
          <p:cNvPr id="4" name="Picture 3" descr="supply_temperatur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ASM-028, ASM-029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Annual electricity saving: 36,549.0 MWh/year</a:t>
            </a:r>
          </a:p>
          <a:p>
            <a:pPr>
              <a:defRPr sz="2000"/>
            </a:pPr>
            <a:r>
              <a:t>Annual cost saving: 3,839.5 million KRW/year</a:t>
            </a:r>
          </a:p>
          <a:p>
            <a:pPr>
              <a:defRPr sz="2000"/>
            </a:pPr>
            <a:r>
              <a:t>Annual avoided indirect emissions: 16,757.7 tCO2/year</a:t>
            </a:r>
          </a:p>
        </p:txBody>
      </p:sp>
      <p:pic>
        <p:nvPicPr>
          <p:cNvPr id="4" name="Picture 3" descr="annual_impac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SRC-013, SRC-014, ASM-030, ASM-032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Legacy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41148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The recreated Python workflow reproduces the scale of the original spreadsheet benchmark.</a:t>
            </a:r>
          </a:p>
          <a:p>
            <a:pPr>
              <a:defRPr sz="2000"/>
            </a:pPr>
            <a:r>
              <a:t>The new version adds traceability, validation, and full scenario sweeps.</a:t>
            </a:r>
          </a:p>
          <a:p>
            <a:pPr>
              <a:defRPr sz="2000"/>
            </a:pPr>
            <a:r>
              <a:t>This turns a one-off project into a reusable design study.</a:t>
            </a:r>
          </a:p>
        </p:txBody>
      </p:sp>
      <p:pic>
        <p:nvPicPr>
          <p:cNvPr id="4" name="Picture 3" descr="leg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14400"/>
            <a:ext cx="740664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Sources: SRC-010 and current Python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The LNG cold-energy concept is technically feasible at the 10 km base design point.</a:t>
            </a:r>
          </a:p>
          <a:p>
            <a:pPr>
              <a:defRPr sz="2200"/>
            </a:pPr>
            <a:r>
              <a:t>The base design strongly reduces modeled electrical demand relative to the reference system.</a:t>
            </a:r>
          </a:p>
          <a:p>
            <a:pPr>
              <a:defRPr sz="2200"/>
            </a:pPr>
            <a:r>
              <a:t>The 35 km case defines a real design boundary and motivates a trade-off between transport distance and operating temperature.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126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t>Summary from reproducible project outputs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