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385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938528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38528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253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77856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77856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1143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열시스템 디자인 프로젝트 재구성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560320" y="1828800"/>
            <a:ext cx="7132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냉열을 활용한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데이터센터 냉각시스템 및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부품의 설계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692640" y="51937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기반 재구성본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19488" y="5596128"/>
            <a:ext cx="1783080" cy="0"/>
          </a:xfrm>
          <a:prstGeom prst="line">
            <a:avLst/>
          </a:prstGeom>
          <a:noFill/>
          <a:ln w="12700">
            <a:solidFill>
              <a:srgbClr val="6C76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10928" y="571500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lng-idc-design-study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계산, 보고서, 발표자료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52578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344168"/>
            <a:ext cx="4965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645920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1. 예비설계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대상과 냉방부하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이론 최소동력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기준 R-134a 사이클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2. 냉각유체 선정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선정 기준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후보 비교와 기본안 결정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3. LNG 기화기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구간 분할 해석과 핀치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형상 스캔과 최종 제원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55080" y="1234440"/>
            <a:ext cx="507492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384" y="134416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구성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01384" y="1645920"/>
            <a:ext cx="478231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4. 순환 배관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조건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거리 민감도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공급온도 민감도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5. 열역학/경제성 평가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소비동력 비교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연간 효과와 회수기간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6. 추가 고려 사항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확장 과제와 출처 체계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파트 중심 공학 발표 흐름을 따라 재편성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설계 대상과 냉방부하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load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92729"/>
            <a:ext cx="5577840" cy="25353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544068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 구성 결과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49440" y="1417320"/>
            <a:ext cx="44348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건물은 100 m × 40 m × 36 m 규모 IDC로 가정하였다.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 11 MW를 기본으로 외피, 조명, 전력손실, 보조설비를 포함했다.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냉방부하는 13.48 MW로 계산되었다.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값이 이후 기화기와 배관 설계의 기준 duty가 된다.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408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13.48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결과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0982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262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2262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11.00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2262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기준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1155680" y="438912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8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283696" y="448056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1283696" y="470001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283696" y="505663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조건과 코드 기반 부하모델을 통합해 재현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이론 최소동력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417320"/>
            <a:ext cx="4069080" cy="187452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527048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조건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37764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조건: 35 °C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냉방부하: 13.48 MW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실내/냉수 경계조건은 과제 기준을 유지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한계를 이용해 이론 최소동력을 계산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3675888"/>
            <a:ext cx="4069080" cy="14630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785616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4087368"/>
            <a:ext cx="3776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W_min = Q_L · (T_H / T_L - 1)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절대값 자체보다 기준 사이클과의 간격이 중요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66360" y="1737360"/>
            <a:ext cx="24688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94376" y="1828800"/>
            <a:ext cx="2212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48256"/>
            <a:ext cx="2212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94376" y="2633472"/>
            <a:ext cx="2212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하한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66360" y="3154680"/>
            <a:ext cx="5486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값은 실제 설계가 절대적으로 넘을 수 없는 하한선이다.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이후의 R-134a 기준 시스템과 LNG 냉열 시스템은 모두 이 값보다 큰 동력을 사용한다.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비교의 초점은 절대 효율보다 얼마나 이 하한에 가까운가에 있다.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시스템과 LNG 시스템 비교의 출발점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기준 R-134a 증기압축 사이클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baseline_cycle_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815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 기준 사이클 P-h 선도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52628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 R-134a 증기압축 냉동 사이클로 모델링하였다.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기준 압축기 소비동력은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 결과 3.99 MW와 크기 수준이 일관되어 기준선으로 활용 가능하다.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기준선이 LNG 냉열 개념의 전력 절감 효과를 판단하는 앵커가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26280"/>
            <a:ext cx="224028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17720"/>
            <a:ext cx="1984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37176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57800"/>
            <a:ext cx="19842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464040" y="4526280"/>
            <a:ext cx="1920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592056" y="4617720"/>
            <a:ext cx="1664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592056" y="4837176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592056" y="5257800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결과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단순하되 비교 기준으로 충분히 강함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선정 기준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539496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435608"/>
            <a:ext cx="5102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후보군과 필터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737360"/>
            <a:ext cx="5102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유체: R-170, R-717, R-744, R-1270, R-290, R-600a, R-1150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환경성: ODP/GWP와 규제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온도창: 120~270 K 영역에서 사용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압력 제약: 루프 압력 1 MPa 이하 유지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설계성: 기화기 성립 여부와 장거리 운반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후속성: 연간 절감 효과와 구현 리스크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46520" y="1325880"/>
            <a:ext cx="49834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435608"/>
            <a:ext cx="4690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재구축에서 달라진 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92824" y="1737360"/>
            <a:ext cx="46908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A11은 표와 근거로 후보를 줄여나갔고, 이번 코드는 그 과정을 재현 가능하게 만들었다.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유체도 사유와 함께 남기기 때문에 선정 논리가 더 명확하다.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선택은 단순 감이 아니라 전체 설계 문제의 결과로 이해할 수 있다.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친환경성, 물성, 압력, 설계성, 경제성을 동시에 고려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후보 비교 결과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fluid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25930"/>
            <a:ext cx="5669280" cy="35433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669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스크리닝 점수와 요구 질량유량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6304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순위는 R-717, R-290, R-600a 순으로 정리된다.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암모니아는 실현 가능한 후보 중 펌프동력이 가장 낮다.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프로판과 이소부탄도 후보로 남지만, 펌프동력과 전체 설계성에서 밀린다.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현재 기준점에서는 상위 3개 유체 모두 LNG hot-end 조건 때문에 추가 warm-up 요구량이 남는다.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8660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145.9 kW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4108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6909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76909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76909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145.9 kW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19556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2357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2357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2357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145.9 kW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비교는 펌프동력, 열교환기 규모, 연간 절감까지 포함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기본안 결정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669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유체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9669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9669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7413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공급온도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7413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7413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스윕 최적점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2356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5157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system power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75157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145.9 kW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75157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868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498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암모니아가 기본안인 이유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1498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가능한 후보 중 루프 동력이 가장 작다.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쉘 직경이 비교적 작아 장치 규모가 과도하게 커지지 않는다.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장거리 운반 문제까지 포함한 전체 설계 관점에서 가장 안정적인 해를 준다.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6422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남겨둘 리스크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6422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안전성과 취급성은 탄화수소와 다른 별도 검토가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기준점에서는 LNG hot-end를 맞추기 위해 3,954.0 kW의 추가 warm-up 모델이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최종 설계에서는 성능 우위와 안전/운전 서술을 함께 가져가야 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성능은 암모니아가, 시스템 단순성은 추가 검토가 더 필요하다.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기본안은 성능 기준, 대안 유체는 확장 시나리오 기준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열역학 해석과 핀치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온도 프로파일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MPa 혼합 LNG surrogate의 유효 엔탈피 변화는 온도에 따라 크게 달라진다.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단일 평균 비열이 아니라 구간 분할 엔탈피 기반 해석이 필요하다.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모델은 112~190 K, 190~205 K, 205~220 K, 220~283 K의 4구간으로 나누어 계산한다.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구간에서 최소 핀치 10 K를 만족하도록 설계한다.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086600" y="4572000"/>
            <a:ext cx="15087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63440"/>
            <a:ext cx="12527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 duty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82896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18,010.5 kW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248656"/>
            <a:ext cx="12527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LNG/NG 기준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23960" y="4572000"/>
            <a:ext cx="13258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51976" y="466344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수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51976" y="488289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51976" y="5248656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엔탈피 해석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378440" y="4572000"/>
            <a:ext cx="10515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06456" y="4663440"/>
            <a:ext cx="795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06456" y="4882896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06456" y="5248656"/>
            <a:ext cx="7955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최소조건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핀치 문제 제기를 코드 기반 구간 해석으로 재현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형상 스캔과 최종 제원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개수/형상 변화에 따른 설계 스캔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0" y="1417320"/>
            <a:ext cx="4572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04304" y="1527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스캔에서 얻은 판단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004304" y="1828800"/>
            <a:ext cx="4279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수를 늘리면 길이가 줄어들지만, 일정 지점 이후 효과가 둔화된다.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최소 길이만이 아니라 전체 장치 현실성으로 선택해야 한다.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949440" y="3749040"/>
            <a:ext cx="1417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77456" y="384048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077456" y="405993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600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077456" y="4480560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95360" y="3749040"/>
            <a:ext cx="16002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23376" y="3840480"/>
            <a:ext cx="1344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길이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23376" y="4059936"/>
            <a:ext cx="1344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14.0 m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723376" y="4480560"/>
            <a:ext cx="13441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10424160" y="3749040"/>
            <a:ext cx="10058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52176" y="38404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552176" y="4059936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0.792 m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0552176" y="4480560"/>
            <a:ext cx="749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858000" y="4846320"/>
            <a:ext cx="4572000" cy="777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04304" y="4956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설계 요약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004304" y="5257800"/>
            <a:ext cx="42793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향류 1-pass 쉘-튜브 구조, LNG는 tube side, 2차 루프는 shell side로 두었다.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설계는 성능과 현실성의 절충 문제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최종 설계 판단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열역학적으로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최소 핀치 10 K를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모델이라 극저온 영역의 물성 변화를 더 잘 반영한다.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기계적으로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3542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수와 길이의 조합이 과도한 장치 길이 증가를 피한다.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 직경도 실무적으로 과도하게 커지지 않는다.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0100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730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포인트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4730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기화기 설계는 단순 계산이 아니라 현실성 필터를 거친 결과다.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공정한 단계 설명을 현재 코드로 다시 세운 슬라이드다.</a:t>
            </a:r>
            <a:endParaRPr lang="en-US" sz="1400" dirty="0"/>
          </a:p>
        </p:txBody>
      </p:sp>
      <p:pic>
        <p:nvPicPr>
          <p:cNvPr id="16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3749040"/>
            <a:ext cx="2926080" cy="1828800"/>
          </a:xfrm>
          <a:prstGeom prst="rect">
            <a:avLst/>
          </a:prstGeom>
        </p:spPr>
      </p:pic>
      <p:pic>
        <p:nvPicPr>
          <p:cNvPr id="17" name="Image 1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3749040"/>
            <a:ext cx="2926080" cy="1828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 해석과 형상 스캔을 함께 보여주는 요약 페이지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설계 조건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trade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11655"/>
            <a:ext cx="5394960" cy="33718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394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직경에 따른 압력강하와 열유입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1228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설계 거리는 10 km, 도전 조건은 35 km로 둔다.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배관은 압력강하와 열유입을 동시에 만족해야 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직경이 커지면 압력강하는 줄지만 재료량과 시공 부담이 증가한다.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배관 설계는 기화기 설계와 별개의 최적화 문제가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거리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설계점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696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거리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976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976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조건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98480" y="457200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26496" y="466344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826496" y="488289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826496" y="523951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문제는 압력강하와 열유입을 동시에 관리해야 함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거리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distan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54505"/>
            <a:ext cx="5577840" cy="3486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증가에 따른 펌프동력과 열여유 변화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10 km 조건은 하이브리드 운전으로는 성립하지만 supplemental warm-up이 필요하다.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증가와 함께 열유입이 누적되며, 35 km에서는 유압/상태 해는 유지된다.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현재 모델은 부족한 hot-end 환수온도를 supplemental warm-up으로 메우는 부분까지 같이 계산한다.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 기준 최대 하이브리드 편도 성립거리는 약 103.8 km이고, 기본 LNG duty 기준 최대 성립거리는 약 0.0 km다.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 조건은 하이브리드 운전은 가능하지만 기본 LNG duty는 불성립이다.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warm-up 필요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 한계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1481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1481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편도 추정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241280" y="4572000"/>
            <a:ext cx="1280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69296" y="4663440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69296" y="4882896"/>
            <a:ext cx="102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하이브리드만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69296" y="5239512"/>
            <a:ext cx="1024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warm-up 필요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이송거리가 시스템의 진짜 경계조건임을 보여주는 슬라이드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공급온도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upply_temperatur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8180"/>
            <a:ext cx="5577840" cy="3098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 변화에 따른 유체 선택과 성립거리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효율적인 지점은 210 K, R-717 (Ammonia) 기본안이다.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공급온도를 210 K까지 높이면 35 km 기본 LNG duty 조건을 회복할 수 있다.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하지만 그 과정에서 우선 유체가 R-717 (Ammonia)로 바뀌고 펌프동력은 크게 증가한다.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무보조 점이 나와도 현실성 필터를 통과하는 해는 아직 없다.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거리 회복은 가능하지만 공짜는 아니다.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7200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63440"/>
            <a:ext cx="14356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82896"/>
            <a:ext cx="1435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하이브리드만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239512"/>
            <a:ext cx="14356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52760" y="457200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80776" y="466344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780776" y="488289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137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780776" y="523951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곧 거리와 유체 선택을 바꾸는 손잡이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소비동력 비교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ystem_powe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9243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최소동력, 기준 시스템, LNG 시스템 비교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최소동력은 1.22 MW, 기준 압축기 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시스템의 핵심 전동부하는 외부 루프 22.2 kW와 IDC 2차 루프 123.7 kW를 합한 145.9 kW 수준이다.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열원이 남는다면 현재 시나리오 중 최선은 Waste-heat recovery loop이며 총 시스템 동력은 195.4 kW다.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결과는 LNG 냉열 활용이 압축기 동력을 거의 제거하는 구조임을 보여준다.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86600" y="452628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1772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3717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9379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26280"/>
            <a:ext cx="1645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1772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37176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193792"/>
            <a:ext cx="1389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378440" y="4526280"/>
            <a:ext cx="1097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06456" y="4617720"/>
            <a:ext cx="841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06456" y="4837176"/>
            <a:ext cx="841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145.9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06456" y="5193792"/>
            <a:ext cx="8412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경계는 기준 압축기 대비 core LNG system power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연간 효과와 회수기간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annual_impac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06040"/>
            <a:ext cx="521208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6928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전력, 비용, 탄소 효과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155448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0216" y="164592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절감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0216" y="186537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35,386.6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300216" y="226771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MWh/년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23960" y="155448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51976" y="164592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절감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1976" y="186537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3,717.4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51976" y="226771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백만원/년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72200" y="278892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0216" y="288036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회피 배출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0216" y="309981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16,224.7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300216" y="350215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tCO2/년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823960" y="278892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51976" y="288036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CAPEX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951976" y="309981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66.32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951976" y="350215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십억원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172200" y="4114800"/>
            <a:ext cx="5074920" cy="1051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18504" y="422452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범위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318504" y="4526280"/>
            <a:ext cx="47823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core-system NPV는 -42.85 십억원으로, 장거리 외부 배관 CAPEX가 매우 크게 작용한다.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열원까지 포함한 재무 최선 시나리오는 Ambient-air trim heater이며 NPV는 -44.93 십억원이다.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버전은 core-system CAPEX와 단순 O&amp;M/금융비용까지 포함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확장 과제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다뤄야 할 물리 문제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실제 LNG 조성 변화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IDC 냉수 배관 네트워크 상세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장거리 조건에서의 제어 전략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코드 v2는 혼합 LNG surrogate와 IDC 2차 루프 등가 유압모델까지 포함한다.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Transport proxy를 바꾸면 기화기 면적이 0.00%~91.87% 흔들린다.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km를 정말 목표로 할 경우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537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35 km는 하이브리드 운전은 가능하지만 기본 LNG duty는 부족하다.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유체 변경(R-600a 방향)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펌프동력 증가 수용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배관/단열 재최적화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km는 완전 불가가 아니라 하이브리드 해석과 기본 LNG duty 해석을 분리해 읽어야 한다.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1325880"/>
            <a:ext cx="3364992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1312" y="1435608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발표에서 말하면 좋은 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1312" y="1737360"/>
            <a:ext cx="3072384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되는 조건도 설계 결론이다.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재구축은 계산 자동화와 민감도 분석까지 연결한다.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 2차 루프는 보수적 네트워크에서 펌프동력이 154.8 kW까지 증가할 수 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보고서 수정이나 조건 변경에 바로 대응할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‘추가 고려 사항’ 파트를 현재 코드 기반으로 이어받음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출처 체계와 재현성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구조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config/base.toml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docs/sources.md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docs/assumptions.md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output/*.csv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output/figures/*.png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deliverables/presentation_draft.pptx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발표의 장점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2686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수치의 출처 추적이 가능하다.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조건에서 결과를 다시 만들 수 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분석과 보고서 초안이 자동으로 이어진다.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83880" y="1325880"/>
            <a:ext cx="32004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1435608"/>
            <a:ext cx="2907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교수님께 전달할 메시지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30184" y="1737360"/>
            <a:ext cx="29077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발표는 단순 복기가 아니라 설계 프로젝트의 구조적 업그레이드다.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질의응답에서도 수치와 가정을 바로 추적할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코드, 문서, 출처 로그가 하나의 저장소 안에서 연결됨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8428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6808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36808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777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1051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97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97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설계점에서는 supplemental warm-up을 포함한 하이브리드 운전 기준으로 LNG 냉열 기반 IDC 냉각 개념이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 시스템 대비 core-system 전력 요구는 매우 크게 감소한다.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26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기본안은 R-717이며, 기화기 최소 핀치 10 K와 장치 현실성을 함께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성능과 설계성 모두에서 현재 가장 균형이 좋다.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09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55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55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km는 하이브리드 운전에서는 성립하지만 기본 LNG duty 경계에서는 불성립한다.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이번 프로젝트의 진짜 메시지는 ‘가능/불가능의 경계’를 물리적으로 분해해냈다는 데 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4300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7101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7101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하이브리드 운전 가능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7101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warm-up 필요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6908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9709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경계조건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9709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19709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하이브리드 편도 한계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995160" y="5074920"/>
            <a:ext cx="39319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23176" y="5166360"/>
            <a:ext cx="3675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판단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23176" y="5385816"/>
            <a:ext cx="3675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 하이브리드 운전 가능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123176" y="5806440"/>
            <a:ext cx="3675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warm-up 필요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 스타일의 장문형 발표 흐름으로 재구성한 최종 장표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LNG 냉열 기반 IDC 냉각시스템 발표자료</dc:title>
  <dc:subject>LNG 냉열 기반 IDC 냉각시스템 장표</dc:subject>
  <dc:creator>OpenAI Codex</dc:creator>
  <cp:lastModifiedBy>OpenAI Codex</cp:lastModifiedBy>
  <cp:revision>1</cp:revision>
  <dcterms:created xsi:type="dcterms:W3CDTF">2026-03-22T10:37:09Z</dcterms:created>
  <dcterms:modified xsi:type="dcterms:W3CDTF">2026-03-22T10:37:09Z</dcterms:modified>
</cp:coreProperties>
</file>