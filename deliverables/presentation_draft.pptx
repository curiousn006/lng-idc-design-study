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220.5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235.2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펌프동력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초임계 메탄의 비열은 온도에 따라 크게 변한다.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아직 IDC 부하를 만족한다.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103.8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현재 기본안에서 성립한다.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기본안만으로도 35 km 조건이 성립한다.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공급온도 스윕은 거리 복구보다 여유와 펌프동력 변화의 trade-off를 읽는 도구가 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바뀌면 유체 선택과 최적 거리 여유도 함께 바뀐다.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성립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직접적 전력 소모는 루프 펌프 22.2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07040" y="452628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35056" y="461772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35056" y="483717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35056" y="519379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LNG 루프 펌프동력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36,470.0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3,831.2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16,721.5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19,155.8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연간 효과는 기준 압축기 동력과 LNG 루프 펌프동력만 비교한 경계조건 결과다.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보조기기·유지관리·금융비용을 아직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v1은 순수 메탄 가정과 단순화된 IDC 경계조건을 사용했다.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기본안으로도 35 km가 이미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추가 거리 여유 확보는 별도 최적화 문제다.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열유입 여유와 펌프동력 증가는 계속 trade-off다.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이제 기준안의 성립 영역 안에 들어오지만, 그 이상 확장은 여전히 설계 과제다.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측 HX와 LNG hot-end 제약을 함께 풀면 35 km도 현재 기본안에서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재구축의 메시지는 기존보다 완화된 실제 성립영역을 재계산했다는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기본안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설계 가능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2026-03-20T14:38:00Z</dcterms:created>
  <dcterms:modified xsi:type="dcterms:W3CDTF">2026-03-20T14:38:00Z</dcterms:modified>
</cp:coreProperties>
</file>