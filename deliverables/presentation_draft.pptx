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220.5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235.2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system power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혼합 LNG surrogate의 유효 엔탈피 변화는 온도에 따라 크게 달라진다.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아직 IDC 부하를 만족한다.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103.8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현재 기본안에서 성립한다.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기본안만으로도 35 km 조건이 성립한다.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공급온도 스윕은 거리 복구보다 여유와 펌프동력 변화의 trade-off를 읽는 도구가 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현실성 필터를 거치면 현재는 채택 가능한 무보조 해가 남지 않는다.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바뀌면 유체 선택과 최적 거리 여유도 함께 바뀐다.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성립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핵심 전동부하는 외부 루프 22.2 kW와 IDC 2차 루프 123.7 kW를 합한 145.9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열원이 남는다면 현재 시나리오 중 최선은 Waste-heat recovery loop이며 총 시스템 동력은 195.4 kW다.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26280"/>
            <a:ext cx="1097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17720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37176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193792"/>
            <a:ext cx="841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core LNG system power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35,386.6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3,717.4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16,224.7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66.12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십억원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core-system NPV는 -42.61 십억원으로, 장거리 외부 배관 CAPEX가 매우 크게 작용한다.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보조 열원은 별도 시나리오 테이블로 해석하고, 추가 CAPEX는 아직 보수적으로 제외했다.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core-system CAPEX와 단순 O&amp;M/금융비용까지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v2는 혼합 LNG surrogate와 IDC 2차 루프 등가 유압모델까지 포함한다.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기본안으로도 35 km가 이미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추가 거리 여유 확보는 별도 최적화 문제다.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열유입 여유와 펌프동력 증가는 계속 trade-off다.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이제 기준안의 성립 영역 안에 들어오지만, 그 이상 확장은 여전히 설계 과제다.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측 HX와 LNG hot-end 제약을 함께 풀면 35 km도 현재 기본안에서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재구축의 메시지는 기존보다 완화된 실제 성립영역을 재계산했다는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기본안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설계 가능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2026-03-21T08:23:28Z</dcterms:created>
  <dcterms:modified xsi:type="dcterms:W3CDTF">2026-03-21T08:23:28Z</dcterms:modified>
</cp:coreProperties>
</file>