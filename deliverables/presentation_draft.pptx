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현재 기준점에서는 상위 3개 유체 모두 LNG hot-end 조건 때문에 추가 warm-up 요구량이 남는다.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 (Propane)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220.5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 (Isobutane)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235.2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스윕 최적점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펌프동력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기준점에서는 LNG hot-end를 맞추기 위해 3,954.0 kW의 추가 warm-up 모델이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시스템 단순성은 추가 검토가 더 필요하다.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초임계 메탄의 비열은 온도에 따라 크게 변한다.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18,010.5 kW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14.0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0.792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10 km에서는 충분한 열여유가 남는다.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35 km에서는 아직 IDC 부하를 만족한다.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현재 모델은 부족한 hot-end 환수온도를 supplemental warm-up으로 메우는 부분까지 같이 계산한다.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편도 성립거리는 약 103.8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 조건은 현재 기본안에서 성립한다.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241280" y="4572000"/>
            <a:ext cx="1280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69296" y="466344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69296" y="4882896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69296" y="5239512"/>
            <a:ext cx="1024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210 K, R-717 (Ammonia)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기본안만으로도 35 km 조건이 성립한다.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공급온도 스윕은 거리 복구보다 여유와 펌프동력 변화의 trade-off를 읽는 도구가 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현실성 필터를 거치면 현재는 채택 가능한 무보조 해가 남지 않는다.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바뀌면 유체 선택과 최적 거리 여유도 함께 바뀐다.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7200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63440"/>
            <a:ext cx="14356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82896"/>
            <a:ext cx="1435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성립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239512"/>
            <a:ext cx="14356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5276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077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8077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8077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직접적 전력 소모는 루프 펌프 22.2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열원이 남는다면 현재 시나리오 중 최선은 Waste-heat recovery loop이며 총 시스템 동력은 71.7 kW다.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07040" y="452628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35056" y="461772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35056" y="483717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35056" y="519379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LNG 루프 펌프동력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36,470.0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3,831.2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16,721.5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허용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19,155.8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연간 효과는 기준 압축기 동력과 LNG 루프 펌프동력만 비교한 경계조건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보조 열원은 별도 시나리오 테이블로 해석한다.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보조기기·유지관리·금융비용을 아직 제외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v1은 순수 메탄 가정과 단순화된 IDC 경계조건을 사용했다.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기본안으로도 35 km가 이미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추가 거리 여유 확보는 별도 최적화 문제다.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열유입 여유와 펌프동력 증가는 계속 trade-off다.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이제 기준안의 성립 영역 안에 들어오지만, 그 이상 확장은 여전히 설계 과제다.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LNG 냉열 기반 IDC 냉각 개념이 기술적으로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측 HX와 LNG hot-end 제약을 함께 풀면 35 km도 현재 기본안에서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재구축의 메시지는 기존보다 완화된 실제 성립영역을 재계산했다는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활용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기본안 성립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설계 가능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2026-03-21T03:24:45Z</dcterms:created>
  <dcterms:modified xsi:type="dcterms:W3CDTF">2026-03-21T03:24:45Z</dcterms:modified>
</cp:coreProperties>
</file>